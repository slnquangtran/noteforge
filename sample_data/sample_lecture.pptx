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Law Lecture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Contracts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Offer vs Invitation to Treat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offer is an expression of willingness to contract.</a:t>
            </a:r>
          </a:p>
          <a:p/>
          <a:p>
            <a:r>
              <a:t>Key Case: Gibson v Manchester City Council (1979).</a:t>
            </a:r>
          </a:p>
          <a:p/>
          <a:p>
            <a:r>
              <a:t>An invitation to treat is merely an invitation for others to make an offer.</a:t>
            </a:r>
          </a:p>
          <a:p>
            <a:r>
              <a:t>Example: Goods on a shelf (Pharmaceutical Society of Great Britain v Boots).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Must be communicated.</a:t>
            </a:r>
          </a:p>
          <a:p>
            <a:r>
              <a:t>2. Must be unqualified.</a:t>
            </a:r>
          </a:p>
          <a:p>
            <a:r>
              <a:t>3. Postal Rule Exception: Acceptance effective on posting (Adams v Lindsell).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Benefit to promisor or detriment to promisee.</a:t>
            </a:r>
          </a:p>
          <a:p/>
          <a:p>
            <a:r>
              <a:t>Rule: Consideration must be sufficient but need not be adequate (Chappell v Nestle).</a:t>
            </a:r>
          </a:p>
          <a:p/>
          <a:p>
            <a:r>
              <a:t>Exception: Promissory Estoppel can act as a shield.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